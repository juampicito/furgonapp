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6cbb9f7984f36" /><Relationship Type="http://schemas.openxmlformats.org/officeDocument/2006/relationships/extended-properties" Target="/docProps/app.xml" Id="R6e5eb2ddfd58481b" /><Relationship Type="http://schemas.openxmlformats.org/officeDocument/2006/relationships/officeDocument" Target="/ppt/presentation.xml" Id="Ra3cb1ccb400747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5af1ad25f24543"/>
  </p:sldMasterIdLst>
  <p:notesMasterIdLst>
    <p:notesMasterId xmlns:r="http://schemas.openxmlformats.org/officeDocument/2006/relationships" r:id="R390014a1e60b427f"/>
  </p:notesMasterIdLst>
  <p:sldIdLst>
    <p:sldId xmlns:r="http://schemas.openxmlformats.org/officeDocument/2006/relationships" id="256" r:id="R36decb345eab4b2d"/>
    <p:sldId xmlns:r="http://schemas.openxmlformats.org/officeDocument/2006/relationships" id="257" r:id="Rb7304262b6bb478b"/>
    <p:sldId xmlns:r="http://schemas.openxmlformats.org/officeDocument/2006/relationships" id="258" r:id="R5f2259d3f43641f8"/>
    <p:sldId xmlns:r="http://schemas.openxmlformats.org/officeDocument/2006/relationships" id="259" r:id="R8f3df4e387af4028"/>
    <p:sldId xmlns:r="http://schemas.openxmlformats.org/officeDocument/2006/relationships" id="260" r:id="R2e0bfc45212c4f66"/>
    <p:sldId xmlns:r="http://schemas.openxmlformats.org/officeDocument/2006/relationships" id="261" r:id="R194f53542732499e"/>
    <p:sldId xmlns:r="http://schemas.openxmlformats.org/officeDocument/2006/relationships" id="262" r:id="R2876b7a9db054614"/>
    <p:sldId xmlns:r="http://schemas.openxmlformats.org/officeDocument/2006/relationships" id="263" r:id="R2dc74bdb276d486f"/>
    <p:sldId xmlns:r="http://schemas.openxmlformats.org/officeDocument/2006/relationships" id="264" r:id="R6e5e1c707be94d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6cfff3eb8b4f1e" /><Relationship Type="http://schemas.openxmlformats.org/officeDocument/2006/relationships/slideMaster" Target="/ppt/slideMasters/slideMaster1.xml" Id="R825af1ad25f24543" /><Relationship Type="http://schemas.openxmlformats.org/officeDocument/2006/relationships/notesMaster" Target="/ppt/notesMasters/notesMaster1.xml" Id="R390014a1e60b427f" /><Relationship Type="http://schemas.openxmlformats.org/officeDocument/2006/relationships/presProps" Target="/ppt/presProps.xml" Id="R6c99d3ae870a492d" /><Relationship Type="http://schemas.openxmlformats.org/officeDocument/2006/relationships/tableStyles" Target="/ppt/tableStyles.xml" Id="Rfb655edf693f4c39" /><Relationship Type="http://schemas.openxmlformats.org/officeDocument/2006/relationships/slide" Target="/ppt/slides/slide1.xml" Id="R36decb345eab4b2d" /><Relationship Type="http://schemas.openxmlformats.org/officeDocument/2006/relationships/slide" Target="/ppt/slides/slide2.xml" Id="Rb7304262b6bb478b" /><Relationship Type="http://schemas.openxmlformats.org/officeDocument/2006/relationships/slide" Target="/ppt/slides/slide3.xml" Id="R5f2259d3f43641f8" /><Relationship Type="http://schemas.openxmlformats.org/officeDocument/2006/relationships/slide" Target="/ppt/slides/slide4.xml" Id="R8f3df4e387af4028" /><Relationship Type="http://schemas.openxmlformats.org/officeDocument/2006/relationships/slide" Target="/ppt/slides/slide5.xml" Id="R2e0bfc45212c4f66" /><Relationship Type="http://schemas.openxmlformats.org/officeDocument/2006/relationships/slide" Target="/ppt/slides/slide6.xml" Id="R194f53542732499e" /><Relationship Type="http://schemas.openxmlformats.org/officeDocument/2006/relationships/slide" Target="/ppt/slides/slide7.xml" Id="R2876b7a9db054614" /><Relationship Type="http://schemas.openxmlformats.org/officeDocument/2006/relationships/slide" Target="/ppt/slides/slide8.xml" Id="R2dc74bdb276d486f" /><Relationship Type="http://schemas.openxmlformats.org/officeDocument/2006/relationships/slide" Target="/ppt/slides/slide9.xml" Id="R6e5e1c707be94d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2a52c167a842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317acfd83f4e11" /><Relationship Type="http://schemas.openxmlformats.org/officeDocument/2006/relationships/notesMaster" Target="/ppt/notesMasters/notesMaster1.xml" Id="R876d0fab601b42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2fbb9543f0466c" /><Relationship Type="http://schemas.openxmlformats.org/officeDocument/2006/relationships/notesMaster" Target="/ppt/notesMasters/notesMaster1.xml" Id="Rb23497f40c294c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f1401ac9ab44a0" /><Relationship Type="http://schemas.openxmlformats.org/officeDocument/2006/relationships/notesMaster" Target="/ppt/notesMasters/notesMaster1.xml" Id="R1ba219d57a494e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fea3d10b1b4659" /><Relationship Type="http://schemas.openxmlformats.org/officeDocument/2006/relationships/notesMaster" Target="/ppt/notesMasters/notesMaster1.xml" Id="Re8aa1f6391384e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30f93686ee4afa" /><Relationship Type="http://schemas.openxmlformats.org/officeDocument/2006/relationships/notesMaster" Target="/ppt/notesMasters/notesMaster1.xml" Id="R290bd2dda5f147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1717c0a0934ef2" /><Relationship Type="http://schemas.openxmlformats.org/officeDocument/2006/relationships/notesMaster" Target="/ppt/notesMasters/notesMaster1.xml" Id="R685070e5e5be45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46dd3d939e4406" /><Relationship Type="http://schemas.openxmlformats.org/officeDocument/2006/relationships/notesMaster" Target="/ppt/notesMasters/notesMaster1.xml" Id="Rc5ed8c52aa4342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2642204a264175" /><Relationship Type="http://schemas.openxmlformats.org/officeDocument/2006/relationships/notesMaster" Target="/ppt/notesMasters/notesMaster1.xml" Id="R7d0dd2874db94c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ff0751892f4ceb" /><Relationship Type="http://schemas.openxmlformats.org/officeDocument/2006/relationships/notesMaster" Target="/ppt/notesMasters/notesMaster1.xml" Id="Rc9a11e6f847049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equipo. Juan Pablo: desarrollo informático principalmente. Sebastian: documentación y preparación del despliegue. Corte técnico: 21 de octubre de 2026. Imagen de portada ilustrativa de marca; no documenta un vehículo real. Fuentes: código y CAPSTONE/ del repositorio https://github.com/Juampicito/furgonapp. Las ampliaciones geográficas se describen según copia de trabajo local y requieren publicación de su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Problem: Families need a driver who serves their school and pickup location. Drivers need to define their working area and available seats. No market study or measured social impact is claimed.</a:t>
            </a:r>
          </a:p>
          <a:p xmlns:a="http://schemas.openxmlformats.org/drawingml/2006/main">
            <a:r>
              <a:t>Reparto propuesto para ensayo: Juan Pablo.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Solution: FurgonApp connects school selection, geographic coverage and seat availability. Document approval is manual. Prices are indicative; payments and live GPS tracking are outside this prototype.</a:t>
            </a:r>
          </a:p>
          <a:p xmlns:a="http://schemas.openxmlformats.org/drawingml/2006/main">
            <a:r>
              <a:t>Reparto propuesto para ensayo: Sebastian.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case: A guardian selects a school and a pickup location. The system shows compatible drivers. The guardian requests a quote, the driver offers a price and the guardian accepts. Before creating the contract, the API checks approval, institution, geographic coverage and seats again. Juan Pablo presents the business transaction; Sebastian presents the user journey. Sources: DriverService, QuoteService and frontend guardian pages.</a:t>
            </a:r>
          </a:p>
          <a:p xmlns:a="http://schemas.openxmlformats.org/drawingml/2006/main">
            <a:r>
              <a:t>Reparto propuesto para ensayo: Juan Pablo.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Architecture: The browser runs Next.js and React. It calls a Spring Boot REST API. JPA stores relational data and Flyway manages schema migrations. Google Maps supports address and map selection in the browser. H2 enables local execution; PostgreSQL is the deployment target. No successful production deployment is claimed. Sources: frontend/package.json, backend/pom.xml, migrations V1 to V4 and docker-compose.yml. Juan Pablo explains the API and data; Sebastian explains the deployment boundary.</a:t>
            </a:r>
          </a:p>
          <a:p xmlns:a="http://schemas.openxmlformats.org/drawingml/2006/main">
            <a:r>
              <a:t>Reparto propuesto para ensayo: Sebastian.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polygon contains between 3 and 100 ordered points. The server rejects invalid geometry and checks pickup inclusion. Legacy profiles can retain commune matching until they save their first territory. Source: DriverService, Territory and V4 migration in the local working copy.</a:t>
            </a:r>
          </a:p>
          <a:p xmlns:a="http://schemas.openxmlformats.org/drawingml/2006/main">
            <a:r>
              <a:t>Reparto propuesto para ensayo: Juan Pablo.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acceptance transaction locks relevant quote, driver and vehicle records, checks active contracts and creates a unique contract for the quote. Source: QuoteService in backend. This is a concurrency control, not a payment workflow.</a:t>
            </a:r>
          </a:p>
          <a:p xmlns:a="http://schemas.openxmlformats.org/drawingml/2006/main">
            <a:r>
              <a:t>Reparto propuesto para ensayo: Sebastian.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historical backend/target/surefire-reports/TEST-*.xml, dated 11 October 2026. Not a new test execution for this portfolio. Suites: AccountIntegrationTest, InstitutionLocationIntegrationTest, PresentationIntegrationTest, TerritoryIntegrationTest, TerritoryTest, WorkflowIntegrationTest. Browser mocks do not prove a real Google Maps integration. No performance/security audit result claimed.</a:t>
            </a:r>
          </a:p>
          <a:p xmlns:a="http://schemas.openxmlformats.org/drawingml/2006/main">
            <a:r>
              <a:t>Reparto propuesto para ensayo: Juan Pablo.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local run is not evidence of a successful public deployment. No load test, comprehensive security audit or user validation is claimed. Juan Pablo owns most software development; Sebastian owns documentation and deployment preparation.</a:t>
            </a:r>
          </a:p>
          <a:p xmlns:a="http://schemas.openxmlformats.org/drawingml/2006/main">
            <a:r>
              <a:t>Reparto propuesto para ensayo: Sebastian.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6dfdb895c43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a979eb92a4c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3b555e8574f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562b38f824a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51d4c4b4c4c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ca9c767d546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281A00-DAD9-4774-A6B7-AB8B9BFF3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E2A914-8AC3-4909-B7C6-629A88C2EA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595593-B887-417C-AF61-2892C6F4CF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A943DA-74CE-4936-A99E-8E67144472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538A82-B308-485C-B775-78652BF32C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D8ED0E-3ABC-4C42-A56A-316AA8F93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2E2A5F-7C9D-491C-A784-6365D8520B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7687AD-3763-4119-9BFB-636F96B019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22A4E7-9F99-46CF-ADA7-AFDDF77DB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F68E7A-8D6C-4395-9FB8-FC17C756CB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dc87294ea94110" /><Relationship Type="http://schemas.openxmlformats.org/officeDocument/2006/relationships/slideLayout" Target="/ppt/slideLayouts/slideLayout1.xml" Id="Rf8997b2ebeeb41f1" /><Relationship Type="http://schemas.openxmlformats.org/officeDocument/2006/relationships/slideLayout" Target="/ppt/slideLayouts/slideLayout2.xml" Id="Rd7077ce2d0704e5b" /><Relationship Type="http://schemas.openxmlformats.org/officeDocument/2006/relationships/slideLayout" Target="/ppt/slideLayouts/slideLayout3.xml" Id="Rbdf76a3934db42a4" /><Relationship Type="http://schemas.openxmlformats.org/officeDocument/2006/relationships/slideLayout" Target="/ppt/slideLayouts/slideLayout4.xml" Id="Rb7f986d22fca4563" /><Relationship Type="http://schemas.openxmlformats.org/officeDocument/2006/relationships/slideLayout" Target="/ppt/slideLayouts/slideLayout5.xml" Id="Rce85ab7d9f6c4108" /><Relationship Type="http://schemas.openxmlformats.org/officeDocument/2006/relationships/slideLayout" Target="/ppt/slideLayouts/slideLayout6.xml" Id="R4a993d65df954c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997b2ebeeb41f1"/>
    <p:sldLayoutId xmlns:r="http://schemas.openxmlformats.org/officeDocument/2006/relationships" id="2147483650" r:id="Rd7077ce2d0704e5b"/>
    <p:sldLayoutId xmlns:r="http://schemas.openxmlformats.org/officeDocument/2006/relationships" id="2147483651" r:id="Rbdf76a3934db42a4"/>
    <p:sldLayoutId xmlns:r="http://schemas.openxmlformats.org/officeDocument/2006/relationships" id="2147483652" r:id="Rb7f986d22fca4563"/>
    <p:sldLayoutId xmlns:r="http://schemas.openxmlformats.org/officeDocument/2006/relationships" id="2147483653" r:id="Rce85ab7d9f6c4108"/>
    <p:sldLayoutId xmlns:r="http://schemas.openxmlformats.org/officeDocument/2006/relationships" id="2147483654" r:id="R4a993d65df954c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0b7f54235a47a5" /><Relationship Type="http://schemas.openxmlformats.org/officeDocument/2006/relationships/image" Target="/ppt/media/image.jpeg" Id="Ra409094b5d864ef2" /><Relationship Type="http://schemas.openxmlformats.org/officeDocument/2006/relationships/notesSlide" Target="/ppt/notesSlides/notesSlide1.xml" Id="R6418f38488a9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56c0a6950412a" /><Relationship Type="http://schemas.openxmlformats.org/officeDocument/2006/relationships/notesSlide" Target="/ppt/notesSlides/notesSlide2.xml" Id="Rf19e843f58db43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1819ac89634163" /><Relationship Type="http://schemas.openxmlformats.org/officeDocument/2006/relationships/notesSlide" Target="/ppt/notesSlides/notesSlide3.xml" Id="R0ef199197e544d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9008edf7243b4" /><Relationship Type="http://schemas.openxmlformats.org/officeDocument/2006/relationships/notesSlide" Target="/ppt/notesSlides/notesSlide4.xml" Id="R85ed568ba3c44f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d43cf1f6a45e4" /><Relationship Type="http://schemas.openxmlformats.org/officeDocument/2006/relationships/notesSlide" Target="/ppt/notesSlides/notesSlide5.xml" Id="R2d6771d786de43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8725936d54543" /><Relationship Type="http://schemas.openxmlformats.org/officeDocument/2006/relationships/image" Target="/ppt/media/image2.jpeg" Id="R03fa105714a640c5" /><Relationship Type="http://schemas.openxmlformats.org/officeDocument/2006/relationships/notesSlide" Target="/ppt/notesSlides/notesSlide6.xml" Id="Re262ee8b192145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42a1eacbd4a67" /><Relationship Type="http://schemas.openxmlformats.org/officeDocument/2006/relationships/notesSlide" Target="/ppt/notesSlides/notesSlide7.xml" Id="R1fbd9abd2c9b46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633ebe6f0a4782" /><Relationship Type="http://schemas.openxmlformats.org/officeDocument/2006/relationships/notesSlide" Target="/ppt/notesSlides/notesSlide8.xml" Id="R91bcae265d0146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0de622c2140ea" /><Relationship Type="http://schemas.openxmlformats.org/officeDocument/2006/relationships/notesSlide" Target="/ppt/notesSlides/notesSlide9.xml" Id="Rea233f84667e46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518D9-BB6B-4519-B776-38ADB286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3 · PRESENTACIÓN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7BBD5-AB65-47B7-A3FA-D3FA6F5E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FurgonApp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C614B-3B1B-49F1-B880-4E0180DE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EE389-E6C4-4E16-9F16-D14750B1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6216A-4905-43A8-AE7B-B4A61FFEC7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9094b5d864ef2"/>
          <a:stretch xmlns:a="http://schemas.openxmlformats.org/drawingml/2006/main"/>
        </p:blipFill>
        <p:spPr>
          <a:xfrm xmlns:a="http://schemas.openxmlformats.org/drawingml/2006/main">
            <a:off x="5953125" y="2452688"/>
            <a:ext cx="5619750" cy="2809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30F0C-B7E3-4F92-B154-AE5BA51F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Juan Pablo Fuentes Valenzuela</a:t>
            </a:r>
          </a:p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Sebastian Mendez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B52F7-9473-4008-B69D-BE1C3CC8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Prototipo de coordinación de transporte escolar</a:t>
            </a:r>
          </a:p>
        </p:txBody>
      </p:sp>
    </p:spTree>
    <p:extLst>
      <p:ext uri="{BB962C8B-B14F-4D97-AF65-F5344CB8AC3E}">
        <p14:creationId xmlns:p14="http://schemas.microsoft.com/office/powerpoint/2010/main" val="1893672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7E762-DEA9-40E1-B6D4-8B04E4FE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3 · PRESENTACIÓN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E19A7-4D2E-4D74-AFDF-1B2F6933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Coordinar colegio, zona y cupos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A9E0E-E8AC-4096-BB1D-83BB3CF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BA5E0-F661-48BA-A55F-80E5C471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0B05F-B633-432E-93B5-04D6332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Las familias necesitan encontrar un conductor que atienda su institución y su punto de recogida.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El conductor necesita declarar dónde trabaja y cuántos cupos puede ofrecer.</a:t>
            </a:r>
          </a:p>
        </p:txBody>
      </p:sp>
    </p:spTree>
    <p:extLst>
      <p:ext uri="{BB962C8B-B14F-4D97-AF65-F5344CB8AC3E}">
        <p14:creationId xmlns:p14="http://schemas.microsoft.com/office/powerpoint/2010/main" val="984845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37D0E-DCEB-4537-9692-5FA93067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3 · PRESENTACIÓN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9264E-FE36-46D4-BDAA-927AE29C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Un flujo para solicitar transporte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43FAD-D9D5-46E1-9D1A-76A0C632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85CFA-6F86-4445-A685-F3819432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3CA1A-A7F9-467A-9AC1-D6D21C4B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Registrar institución y conductor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Definir el territorio de recogida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Buscar por colegio y dirección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Cotizar, responder y aceptar</a:t>
            </a:r>
          </a:p>
        </p:txBody>
      </p:sp>
    </p:spTree>
    <p:extLst>
      <p:ext uri="{BB962C8B-B14F-4D97-AF65-F5344CB8AC3E}">
        <p14:creationId xmlns:p14="http://schemas.microsoft.com/office/powerpoint/2010/main" val="1601554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E3FED-F8E0-4822-99C9-9608F648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3 · PRESENTACIÓN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6A367-E503-46AD-AA59-759FBF28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Use case · find and request a driver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44114-D406-4F6D-9C51-BD1CD217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1D9F8-154B-46C7-95F4-DDBDD0D3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8F8D4-52F3-4AE1-B99F-637EC679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Select school → Set pickup → Find driver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3D4AF-79C7-462A-AA70-AB6ECEA6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Request a quote → Receive an offer → Accept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DC456-3113-46A9-BC18-E7FDEDB6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The system checks approval, coverage and available seats.</a:t>
            </a:r>
          </a:p>
        </p:txBody>
      </p:sp>
    </p:spTree>
    <p:extLst>
      <p:ext uri="{BB962C8B-B14F-4D97-AF65-F5344CB8AC3E}">
        <p14:creationId xmlns:p14="http://schemas.microsoft.com/office/powerpoint/2010/main" val="981247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ED02A-5E6C-4F73-BC57-0D31DA72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3 · PRESENTACIÓN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FF902-B8F1-4C3D-894A-2A75F7A8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Architecture · browser, API and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7FD1B-13DF-49F2-B26D-5C8B4292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AF618-64B9-4DF0-BD5F-7CB9D6EB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19542-B1B6-432C-B879-814B11EE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Next.js / React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4864B-4C82-4A6D-B9FA-7B6BB1F9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427F5-5D35-4B68-9BBE-8058D7BE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Spring Boot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E6C8A-39C7-4CEA-9A44-77F4AFFF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AE5A9-FB49-4227-9DC9-B526F94F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JPA /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315C1-6AF8-4501-9DD4-12F306E2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Google Maps en el navegador</a:t>
            </a:r>
          </a:p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JWT y permisos por rol en la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8A75B-DBA7-4480-A404-08C4DFDB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H2 para ejecución local · PostgreSQL como destino de despliegue</a:t>
            </a:r>
          </a:p>
        </p:txBody>
      </p:sp>
    </p:spTree>
    <p:extLst>
      <p:ext uri="{BB962C8B-B14F-4D97-AF65-F5344CB8AC3E}">
        <p14:creationId xmlns:p14="http://schemas.microsoft.com/office/powerpoint/2010/main" val="1250991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FB424-F233-41F4-861C-02681128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3 · PRESENTACIÓN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7F95F-02E3-4618-99C2-DEA2288A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La cobertura sigue un territorio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95C9E-7404-4445-ABF4-28AE2B00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EA3D8-7744-463E-A722-16C9F514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45D3B-D4D5-48B6-9C55-1153D4E6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238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El conductor marca los vértices de su zona.</a:t>
            </a:r>
          </a:p>
          <a:p xmlns:a="http://schemas.openxmlformats.org/drawingml/2006/main">
            <a: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El apoderado selecciona su punto de recogida.</a:t>
            </a:r>
          </a:p>
          <a:p xmlns:a="http://schemas.openxmlformats.org/drawingml/2006/main">
            <a:pPr>
              <a:defRPr sz="217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El servidor comprueba si el punto pertenece al área.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457AE-3921-45C8-9E31-C34C23578E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a105714a640c5"/>
          <a:stretch xmlns:a="http://schemas.openxmlformats.org/drawingml/2006/main"/>
        </p:blipFill>
        <p:spPr>
          <a:xfrm xmlns:a="http://schemas.openxmlformats.org/drawingml/2006/main">
            <a:off x="7353006" y="2428875"/>
            <a:ext cx="3200988" cy="3048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23A8E-790E-433F-AC1F-D17E0023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388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Tutorial de cobertura con movimiento del cursor</a:t>
            </a:r>
          </a:p>
        </p:txBody>
      </p:sp>
    </p:spTree>
    <p:extLst>
      <p:ext uri="{BB962C8B-B14F-4D97-AF65-F5344CB8AC3E}">
        <p14:creationId xmlns:p14="http://schemas.microsoft.com/office/powerpoint/2010/main" val="628320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5C835-3141-4EFA-90EA-C120758F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3 · PRESENTACIÓN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B4862-A94D-47AE-805A-00540FE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Aceptar una oferta reserva un cupo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DAAF2-7F2C-43AC-A666-642033CD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59165-AAF8-404E-8EA8-F307E683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5E4F9-E974-4A92-94E2-937F48B5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La aceptación vuelve a comprobar aprobación, institución, cobertura y capacidad.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La transacción evita aceptar ofertas incompatibles con los cupos restantes.</a:t>
            </a:r>
          </a:p>
        </p:txBody>
      </p:sp>
    </p:spTree>
    <p:extLst>
      <p:ext uri="{BB962C8B-B14F-4D97-AF65-F5344CB8AC3E}">
        <p14:creationId xmlns:p14="http://schemas.microsoft.com/office/powerpoint/2010/main" val="1807542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C9E50-55A7-43FF-BA28-C115658B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3 · PRESENTACIÓN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E4903-68E4-4C79-A955-228541E5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La evidencia disponible cubre el entorno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C8A99-1B94-4D36-9223-9E126354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DF3C7-BA4C-4AD6-839E-7E0BDA23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E4B1F-3CBC-42B8-9E77-4E29AA91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45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24 pruebas 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AA7C5-0D25-4137-9C1E-4685FAB8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6 suites · 0 fallos · 0 errores</a:t>
            </a:r>
          </a:p>
          <a:p xmlns:a="http://schemas.openxmlformats.org/drawingml/2006/main">
            <a:pPr>
              <a:defRPr sz="2325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Reportes históricos disponibles del 11 de octubre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54518-37E0-42D1-8416-F1BA658D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Las simulaciones de Maps se complementan con revisión en navegador.</a:t>
            </a:r>
          </a:p>
          <a:p xmlns:a="http://schemas.openxmlformats.org/drawingml/2006/main">
            <a: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Faltan resultados acreditados de carga y del servidor objetivo.</a:t>
            </a:r>
          </a:p>
        </p:txBody>
      </p:sp>
    </p:spTree>
    <p:extLst>
      <p:ext uri="{BB962C8B-B14F-4D97-AF65-F5344CB8AC3E}">
        <p14:creationId xmlns:p14="http://schemas.microsoft.com/office/powerpoint/2010/main" val="11593684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B7DAA-4AA3-4253-8ACA-A944D6B5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3 · PRESENTACIÓN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79437-A1F7-4635-86FA-FFF27C22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El siguiente paso es acreditar el despliegue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01989-FCBC-416D-9D7F-04BEB15C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E4045-B012-4790-8BDB-49E583D0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591EA-3B35-4709-B3CD-0DC42D3B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Validar PostgreSQL y el servidor objetivo.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Registrar pruebas de carga y seguridad.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Mantener código, documentación y demostración alineados.</a:t>
            </a:r>
          </a:p>
        </p:txBody>
      </p:sp>
    </p:spTree>
    <p:extLst>
      <p:ext uri="{BB962C8B-B14F-4D97-AF65-F5344CB8AC3E}">
        <p14:creationId xmlns:p14="http://schemas.microsoft.com/office/powerpoint/2010/main" val="977599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2026-10-21T17:54:00.3180000Z</dcterms:created>
  <dcterms:modified xsi:type="dcterms:W3CDTF">2026-10-21T17:54:00.3180000Z</dcterms:modified>
</coreProperties>
</file>