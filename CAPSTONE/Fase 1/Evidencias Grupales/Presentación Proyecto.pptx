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7326e06b85405c" /><Relationship Type="http://schemas.openxmlformats.org/officeDocument/2006/relationships/extended-properties" Target="/docProps/app.xml" Id="R722fb19517a94fb7" /><Relationship Type="http://schemas.openxmlformats.org/officeDocument/2006/relationships/officeDocument" Target="/ppt/presentation.xml" Id="R059ea4f298ea42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d960bdcc8949f0"/>
  </p:sldMasterIdLst>
  <p:notesMasterIdLst>
    <p:notesMasterId xmlns:r="http://schemas.openxmlformats.org/officeDocument/2006/relationships" r:id="Rc68962a8420a4d57"/>
  </p:notesMasterIdLst>
  <p:sldIdLst>
    <p:sldId xmlns:r="http://schemas.openxmlformats.org/officeDocument/2006/relationships" id="256" r:id="R128daafeaf62422c"/>
    <p:sldId xmlns:r="http://schemas.openxmlformats.org/officeDocument/2006/relationships" id="257" r:id="R294c27ee6a2d4f1d"/>
    <p:sldId xmlns:r="http://schemas.openxmlformats.org/officeDocument/2006/relationships" id="258" r:id="R5f93824af5254dca"/>
    <p:sldId xmlns:r="http://schemas.openxmlformats.org/officeDocument/2006/relationships" id="259" r:id="Re2a1ad075d544c42"/>
    <p:sldId xmlns:r="http://schemas.openxmlformats.org/officeDocument/2006/relationships" id="260" r:id="R32e1b10436834928"/>
    <p:sldId xmlns:r="http://schemas.openxmlformats.org/officeDocument/2006/relationships" id="261" r:id="R3e67b20f61834a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585a3856c4dfb" /><Relationship Type="http://schemas.openxmlformats.org/officeDocument/2006/relationships/slideMaster" Target="/ppt/slideMasters/slideMaster1.xml" Id="Rc2d960bdcc8949f0" /><Relationship Type="http://schemas.openxmlformats.org/officeDocument/2006/relationships/notesMaster" Target="/ppt/notesMasters/notesMaster1.xml" Id="Rc68962a8420a4d57" /><Relationship Type="http://schemas.openxmlformats.org/officeDocument/2006/relationships/presProps" Target="/ppt/presProps.xml" Id="R4f25e3f2a17940b5" /><Relationship Type="http://schemas.openxmlformats.org/officeDocument/2006/relationships/tableStyles" Target="/ppt/tableStyles.xml" Id="R9d84590776da4927" /><Relationship Type="http://schemas.openxmlformats.org/officeDocument/2006/relationships/slide" Target="/ppt/slides/slide1.xml" Id="R128daafeaf62422c" /><Relationship Type="http://schemas.openxmlformats.org/officeDocument/2006/relationships/slide" Target="/ppt/slides/slide2.xml" Id="R294c27ee6a2d4f1d" /><Relationship Type="http://schemas.openxmlformats.org/officeDocument/2006/relationships/slide" Target="/ppt/slides/slide3.xml" Id="R5f93824af5254dca" /><Relationship Type="http://schemas.openxmlformats.org/officeDocument/2006/relationships/slide" Target="/ppt/slides/slide4.xml" Id="Re2a1ad075d544c42" /><Relationship Type="http://schemas.openxmlformats.org/officeDocument/2006/relationships/slide" Target="/ppt/slides/slide5.xml" Id="R32e1b10436834928" /><Relationship Type="http://schemas.openxmlformats.org/officeDocument/2006/relationships/slide" Target="/ppt/slides/slide6.xml" Id="R3e67b20f61834a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c12852c9c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8fa4b79b41428c" /><Relationship Type="http://schemas.openxmlformats.org/officeDocument/2006/relationships/notesMaster" Target="/ppt/notesMasters/notesMaster1.xml" Id="R2a0fee82e7ad4f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70400cdc8b4878" /><Relationship Type="http://schemas.openxmlformats.org/officeDocument/2006/relationships/notesMaster" Target="/ppt/notesMasters/notesMaster1.xml" Id="Rf2fdc4f0bb6a42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479aee8e1b4a75" /><Relationship Type="http://schemas.openxmlformats.org/officeDocument/2006/relationships/notesMaster" Target="/ppt/notesMasters/notesMaster1.xml" Id="Raaa58ac215614b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ae46cc20324a42" /><Relationship Type="http://schemas.openxmlformats.org/officeDocument/2006/relationships/notesMaster" Target="/ppt/notesMasters/notesMaster1.xml" Id="Rf0aa42de350c42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461ce321644418" /><Relationship Type="http://schemas.openxmlformats.org/officeDocument/2006/relationships/notesMaster" Target="/ppt/notesMasters/notesMaster1.xml" Id="R18b1d88134ed41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0a1b217ff64d6f" /><Relationship Type="http://schemas.openxmlformats.org/officeDocument/2006/relationships/notesMaster" Target="/ppt/notesMasters/notesMaster1.xml" Id="R0053eb0b107146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equipo. Juan Pablo: desarrollo informático principalmente. Sebastian: documentación y preparación del despliegue. Corte técnico: 21 de octubre de 2026. Imagen de portada ilustrativa de marca; no documenta un vehículo real. Fuentes: código y CAPSTONE/ del repositorio https://github.com/Juampicito/furgonapp. Las ampliaciones geográficas se describen según copia de trabajo local y requieren publicación de su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Problem: Families need a driver who serves their school and pickup location. Drivers need to define their working area and available seats. No market study or measured social impact is claimed.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Solution: FurgonApp connects school selection, geographic coverage and seat availability. Document approval is manual. Prices are indicative; payments and live GPS tracking are outside this prototype.</a:t>
            </a:r>
          </a:p>
          <a:p xmlns:a="http://schemas.openxmlformats.org/drawingml/2006/main">
            <a:r>
              <a:t>Reparto propuesto para ensayo: Sebastian.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alcance delimita un prototipo. No se promete verificación oficial ni garantías del servicio de transporte. Las funciones geográficas ampliadas pertenecen al estado local y deben acompañarse de su código publicado.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Metodología descrita: desarrollo iterativo e incremental. Es una caracterización del proceso observado; no se afirma certificación Scrum, ceremonias ni retrospectivas históricas sin registro. Roles informados por el estudiante.</a:t>
            </a:r>
          </a:p>
          <a:p xmlns:a="http://schemas.openxmlformats.org/drawingml/2006/main">
            <a:r>
              <a:t>Reparto propuesto para ensayo: Sebastian.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 de referencia derivado de las fases del instructivo entregado por el estudiante. No constituye una reconstrucción de fechas ni aprobación del docente. Fuente: Instructivo CAPSTONE 2026.pdf (portada fechada 2024) y guía 1.5 del curso.</a:t>
            </a:r>
          </a:p>
          <a:p xmlns:a="http://schemas.openxmlformats.org/drawingml/2006/main">
            <a:r>
              <a:t>Reparto propuesto para ensayo: Juan Pablo. En la defensa ambos deben explicar problema, solución, casos de uso y arquitectura también en inglés. Fuente general: CAPSTONE/Fase 2/Evidencias Proyecto/Documentacion/.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2dff25c574c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57ebc0a034a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354439e3543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5a9a8df9945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65b56ff4c4c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b62ede13045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A5C845-2735-41B1-A248-2AEFAD49C8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E095F8-FFC2-4D30-A95E-EF8184D13F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9CA31C-1D3D-4133-873E-1DB10A79B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BE85E6-0791-4EFB-8E5B-F9AFA70993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9790D7-3BA0-4576-A1A9-227BBAD59F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90CFD9-2BC8-4993-8861-2380FA3EEA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9CAA5A-2A81-4D6F-85C0-DE6FF2347E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ACF867-3313-48F4-90A3-B60796C4DB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3D2475-99C0-43B4-BEA4-60FF2508F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DE1D99-C8BC-4BB3-8375-7F00012C2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5e6bc32b484b64" /><Relationship Type="http://schemas.openxmlformats.org/officeDocument/2006/relationships/slideLayout" Target="/ppt/slideLayouts/slideLayout1.xml" Id="R5f3c69cd14b847f4" /><Relationship Type="http://schemas.openxmlformats.org/officeDocument/2006/relationships/slideLayout" Target="/ppt/slideLayouts/slideLayout2.xml" Id="R407f9ae8afe041af" /><Relationship Type="http://schemas.openxmlformats.org/officeDocument/2006/relationships/slideLayout" Target="/ppt/slideLayouts/slideLayout3.xml" Id="R8bf1b3c4a06844e7" /><Relationship Type="http://schemas.openxmlformats.org/officeDocument/2006/relationships/slideLayout" Target="/ppt/slideLayouts/slideLayout4.xml" Id="Rf1cd57dcf5c74c36" /><Relationship Type="http://schemas.openxmlformats.org/officeDocument/2006/relationships/slideLayout" Target="/ppt/slideLayouts/slideLayout5.xml" Id="R825b6edb19ba4cb8" /><Relationship Type="http://schemas.openxmlformats.org/officeDocument/2006/relationships/slideLayout" Target="/ppt/slideLayouts/slideLayout6.xml" Id="R71ab81852c1b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3c69cd14b847f4"/>
    <p:sldLayoutId xmlns:r="http://schemas.openxmlformats.org/officeDocument/2006/relationships" id="2147483650" r:id="R407f9ae8afe041af"/>
    <p:sldLayoutId xmlns:r="http://schemas.openxmlformats.org/officeDocument/2006/relationships" id="2147483651" r:id="R8bf1b3c4a06844e7"/>
    <p:sldLayoutId xmlns:r="http://schemas.openxmlformats.org/officeDocument/2006/relationships" id="2147483652" r:id="Rf1cd57dcf5c74c36"/>
    <p:sldLayoutId xmlns:r="http://schemas.openxmlformats.org/officeDocument/2006/relationships" id="2147483653" r:id="R825b6edb19ba4cb8"/>
    <p:sldLayoutId xmlns:r="http://schemas.openxmlformats.org/officeDocument/2006/relationships" id="2147483654" r:id="R71ab81852c1b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c70579aa644f3" /><Relationship Type="http://schemas.openxmlformats.org/officeDocument/2006/relationships/image" Target="/ppt/media/image.jpeg" Id="R4ea99d8ef0224c5f" /><Relationship Type="http://schemas.openxmlformats.org/officeDocument/2006/relationships/notesSlide" Target="/ppt/notesSlides/notesSlide1.xml" Id="R9b05fa07607741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311e3c4f34345" /><Relationship Type="http://schemas.openxmlformats.org/officeDocument/2006/relationships/notesSlide" Target="/ppt/notesSlides/notesSlide2.xml" Id="Rcbd43481b70b4a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93a6a046340ce" /><Relationship Type="http://schemas.openxmlformats.org/officeDocument/2006/relationships/notesSlide" Target="/ppt/notesSlides/notesSlide3.xml" Id="R90be364131c143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3e9f6357e4165" /><Relationship Type="http://schemas.openxmlformats.org/officeDocument/2006/relationships/notesSlide" Target="/ppt/notesSlides/notesSlide4.xml" Id="R48499f0d910e47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3ad2b5bdd41b3" /><Relationship Type="http://schemas.openxmlformats.org/officeDocument/2006/relationships/notesSlide" Target="/ppt/notesSlides/notesSlide5.xml" Id="R2d23984476214a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78d50978674ee8" /><Relationship Type="http://schemas.openxmlformats.org/officeDocument/2006/relationships/notesSlide" Target="/ppt/notesSlides/notesSlide6.xml" Id="Rd5c1e063365c43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56151-51FF-4DD3-BD8E-8487D44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1 · DEFINICIÓN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45F9D-0145-49C0-96A2-B59E7FF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Conectar familias</a:t>
            </a:r>
          </a:p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y transporte escolar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D2511-57D9-4CF3-9860-7C992733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42B4D-C78A-42F9-8393-C38E5E3F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733E0-F0FD-4D1F-AD53-C4A84B1766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99d8ef0224c5f"/>
          <a:stretch xmlns:a="http://schemas.openxmlformats.org/drawingml/2006/main"/>
        </p:blipFill>
        <p:spPr>
          <a:xfrm xmlns:a="http://schemas.openxmlformats.org/drawingml/2006/main">
            <a:off x="5953125" y="2452688"/>
            <a:ext cx="5619750" cy="2809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1C000-E38D-4F2C-A2A2-0EB821F1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Juan Pablo Fuentes Valenzuela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Sebastian Mendez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DC144-FC34-4624-B1E7-20D8A1AF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Prototipo de coordinación de transporte escolar</a:t>
            </a:r>
          </a:p>
        </p:txBody>
      </p:sp>
    </p:spTree>
    <p:extLst>
      <p:ext uri="{BB962C8B-B14F-4D97-AF65-F5344CB8AC3E}">
        <p14:creationId xmlns:p14="http://schemas.microsoft.com/office/powerpoint/2010/main" val="1565666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23129-C499-4B53-AC7F-A4F5617D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1 · DEFINICIÓN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C07E9-70CB-43C1-83EB-A405F8D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Coordinar colegio, zona y cupos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D363E-3DB7-40BA-9CDD-418F9B39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4FF06-DBC0-48B0-A6BE-FA9DE164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72188-D939-4C75-9D53-385066A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Las familias necesitan encontrar un conductor que atienda su institución y su punto de recogida.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El conductor necesita declarar dónde trabaja y cuántos cupos puede ofrecer.</a:t>
            </a:r>
          </a:p>
        </p:txBody>
      </p:sp>
    </p:spTree>
    <p:extLst>
      <p:ext uri="{BB962C8B-B14F-4D97-AF65-F5344CB8AC3E}">
        <p14:creationId xmlns:p14="http://schemas.microsoft.com/office/powerpoint/2010/main" val="159307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7C9EF-4166-4101-BA47-C0A1B62C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1 · DEFINICIÓN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5C427-3E20-4F0E-A4F7-EE39911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Un flujo para solicitar transporte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42239-1F13-4B49-921E-E2FD4F37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73CBC-8803-432B-9680-BB7D97D4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5555B-CCE2-4EF4-811F-262E0B16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Registrar institución y conductor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Definir el territorio de recogida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Buscar por colegio y dirección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Cotizar, responder y aceptar</a:t>
            </a:r>
          </a:p>
        </p:txBody>
      </p:sp>
    </p:spTree>
    <p:extLst>
      <p:ext uri="{BB962C8B-B14F-4D97-AF65-F5344CB8AC3E}">
        <p14:creationId xmlns:p14="http://schemas.microsoft.com/office/powerpoint/2010/main" val="2016001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E41E0-6111-40D1-BE3D-A66A5594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1 · DEFINICIÓN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6EF4E-2459-4DD5-B151-F7286CF0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Una versión demostrable con límites claros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6F8F0-FB46-4DA7-9FD4-78FFF70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6FE71-6DFA-4FC6-8C7C-E101E601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AD8B3-C8C7-424C-A9B7-555E26B0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Incluye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FED42-A072-4F45-8081-9BD5D39A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Cuentas y cuatro roles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Instituciones y conductores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Cotizaciones y cupos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61BAC-2563-4C7C-A57C-BC5BBD04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Fuera del alcance acreditado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F047C-E644-4239-852B-24092C5E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5238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Pagos y seguimiento GPS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Validación gubernamental automática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Operación pública certificada</a:t>
            </a:r>
          </a:p>
        </p:txBody>
      </p:sp>
    </p:spTree>
    <p:extLst>
      <p:ext uri="{BB962C8B-B14F-4D97-AF65-F5344CB8AC3E}">
        <p14:creationId xmlns:p14="http://schemas.microsoft.com/office/powerpoint/2010/main" val="1656470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90984-24A8-45AD-82AD-30B570D4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1 · DEFINICIÓN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15775-8C09-4B27-8499-F981B2D4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Construir y comprobar cada incremento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E5ECC-C61A-45CB-A87B-686EA88A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4FEFC-E613-4B11-8229-1C13A945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1F791-463A-4A1B-99F1-97C1269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Definir → Implementar → Verificar → Ajustar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01FAB-D8A4-4417-B72A-6CECF057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810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Juan Pablo: desarrollo informático, principalmente.</a:t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Sebastian: documentación y preparación del despliegue.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Git y evidencias permiten revisar cada incremento.</a:t>
            </a:r>
          </a:p>
        </p:txBody>
      </p:sp>
    </p:spTree>
    <p:extLst>
      <p:ext uri="{BB962C8B-B14F-4D97-AF65-F5344CB8AC3E}">
        <p14:creationId xmlns:p14="http://schemas.microsoft.com/office/powerpoint/2010/main" val="1914450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1B566-CCAD-42B9-A8F3-1A712768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FASE 1 · DEFINICIÓN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C6F07-2EBD-4541-9F93-42E3CCE0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3E35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43E35"/>
                </a:solidFill>
                <a:latin typeface="Calibri"/>
                <a:ea typeface="Calibri"/>
                <a:cs typeface="Calibri"/>
              </a:rPr>
              <a:t>Un plan de referencia para 18 semanas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B55B8-9DFE-459A-8E17-854FEBEB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FurgonApp · CAPSTONE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3FC81-865C-4E40-99B4-69C10A8D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C2A60-E7E7-4BF2-8CA8-EF54306B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Semanas 1–4       Definición y diseño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Semanas 5–15     Desarrollo y verificación</a:t>
            </a:r>
          </a:p>
          <a:p xmlns:a="http://schemas.openxmlformats.org/drawingml/2006/main">
            <a:pPr>
              <a:defRPr sz="2550" b="0">
                <a:solidFill>
                  <a:srgbClr val="182E29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82E29"/>
                </a:solidFill>
                <a:latin typeface="Calibri"/>
                <a:ea typeface="Calibri"/>
                <a:cs typeface="Calibri"/>
              </a:rPr>
              <a:t>Semanas 16–18   Cierre y presentación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73D8C-901B-4D5A-83BF-473B27BB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65E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3665E"/>
                </a:solidFill>
                <a:latin typeface="Calibri"/>
                <a:ea typeface="Calibri"/>
                <a:cs typeface="Calibri"/>
              </a:rPr>
              <a:t>Propuesta para cotejar con el calendario y acuerdos del curso.</a:t>
            </a:r>
          </a:p>
        </p:txBody>
      </p:sp>
    </p:spTree>
    <p:extLst>
      <p:ext uri="{BB962C8B-B14F-4D97-AF65-F5344CB8AC3E}">
        <p14:creationId xmlns:p14="http://schemas.microsoft.com/office/powerpoint/2010/main" val="1476583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2026-10-21T17:53:38.7840000Z</dcterms:created>
  <dcterms:modified xsi:type="dcterms:W3CDTF">2026-10-21T17:53:38.7840000Z</dcterms:modified>
</coreProperties>
</file>