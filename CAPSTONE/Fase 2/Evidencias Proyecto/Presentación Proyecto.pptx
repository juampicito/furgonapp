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51ff61d3e44948" /><Relationship Type="http://schemas.openxmlformats.org/officeDocument/2006/relationships/extended-properties" Target="/docProps/app.xml" Id="R6dd7766fd35944d2" /><Relationship Type="http://schemas.openxmlformats.org/officeDocument/2006/relationships/officeDocument" Target="/ppt/presentation.xml" Id="Rf729456012d34c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a339e5c864653"/>
  </p:sldMasterIdLst>
  <p:notesMasterIdLst>
    <p:notesMasterId xmlns:r="http://schemas.openxmlformats.org/officeDocument/2006/relationships" r:id="R779b16a67b0946b5"/>
  </p:notesMasterIdLst>
  <p:sldIdLst>
    <p:sldId xmlns:r="http://schemas.openxmlformats.org/officeDocument/2006/relationships" id="256" r:id="Rc10f035028d341c1"/>
    <p:sldId xmlns:r="http://schemas.openxmlformats.org/officeDocument/2006/relationships" id="257" r:id="Rdfac0e63b75e440e"/>
    <p:sldId xmlns:r="http://schemas.openxmlformats.org/officeDocument/2006/relationships" id="258" r:id="R642bcbaecb8846b6"/>
    <p:sldId xmlns:r="http://schemas.openxmlformats.org/officeDocument/2006/relationships" id="259" r:id="R84f44f51b9b64faa"/>
    <p:sldId xmlns:r="http://schemas.openxmlformats.org/officeDocument/2006/relationships" id="260" r:id="R0024c1ceea7347c3"/>
    <p:sldId xmlns:r="http://schemas.openxmlformats.org/officeDocument/2006/relationships" id="261" r:id="R43e99f9e700849d5"/>
    <p:sldId xmlns:r="http://schemas.openxmlformats.org/officeDocument/2006/relationships" id="262" r:id="R2ac24f8d1bfc48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9116c6b30e4208" /><Relationship Type="http://schemas.openxmlformats.org/officeDocument/2006/relationships/slideMaster" Target="/ppt/slideMasters/slideMaster1.xml" Id="R3daa339e5c864653" /><Relationship Type="http://schemas.openxmlformats.org/officeDocument/2006/relationships/notesMaster" Target="/ppt/notesMasters/notesMaster1.xml" Id="R779b16a67b0946b5" /><Relationship Type="http://schemas.openxmlformats.org/officeDocument/2006/relationships/presProps" Target="/ppt/presProps.xml" Id="R28d0f1050f1749cd" /><Relationship Type="http://schemas.openxmlformats.org/officeDocument/2006/relationships/tableStyles" Target="/ppt/tableStyles.xml" Id="R157a21a786594504" /><Relationship Type="http://schemas.openxmlformats.org/officeDocument/2006/relationships/slide" Target="/ppt/slides/slide1.xml" Id="Rc10f035028d341c1" /><Relationship Type="http://schemas.openxmlformats.org/officeDocument/2006/relationships/slide" Target="/ppt/slides/slide2.xml" Id="Rdfac0e63b75e440e" /><Relationship Type="http://schemas.openxmlformats.org/officeDocument/2006/relationships/slide" Target="/ppt/slides/slide3.xml" Id="R642bcbaecb8846b6" /><Relationship Type="http://schemas.openxmlformats.org/officeDocument/2006/relationships/slide" Target="/ppt/slides/slide4.xml" Id="R84f44f51b9b64faa" /><Relationship Type="http://schemas.openxmlformats.org/officeDocument/2006/relationships/slide" Target="/ppt/slides/slide5.xml" Id="R0024c1ceea7347c3" /><Relationship Type="http://schemas.openxmlformats.org/officeDocument/2006/relationships/slide" Target="/ppt/slides/slide6.xml" Id="R43e99f9e700849d5" /><Relationship Type="http://schemas.openxmlformats.org/officeDocument/2006/relationships/slide" Target="/ppt/slides/slide7.xml" Id="R2ac24f8d1bfc48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893911d5d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6584d375fb4da2" /><Relationship Type="http://schemas.openxmlformats.org/officeDocument/2006/relationships/notesMaster" Target="/ppt/notesMasters/notesMaster1.xml" Id="R1891f521933549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660f05d5c43f5" /><Relationship Type="http://schemas.openxmlformats.org/officeDocument/2006/relationships/notesMaster" Target="/ppt/notesMasters/notesMaster1.xml" Id="R2d04047b3e3c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60692cf0854fe6" /><Relationship Type="http://schemas.openxmlformats.org/officeDocument/2006/relationships/notesMaster" Target="/ppt/notesMasters/notesMaster1.xml" Id="R36cfe5c559564c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4a05ebfec4448b" /><Relationship Type="http://schemas.openxmlformats.org/officeDocument/2006/relationships/notesMaster" Target="/ppt/notesMasters/notesMaster1.xml" Id="Rf066f1be806a43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9035964854246" /><Relationship Type="http://schemas.openxmlformats.org/officeDocument/2006/relationships/notesMaster" Target="/ppt/notesMasters/notesMaster1.xml" Id="R53a8f6f79e214a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5bf0c57314231" /><Relationship Type="http://schemas.openxmlformats.org/officeDocument/2006/relationships/notesMaster" Target="/ppt/notesMasters/notesMaster1.xml" Id="Raf3daa22dfbb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66158de197444e" /><Relationship Type="http://schemas.openxmlformats.org/officeDocument/2006/relationships/notesMaster" Target="/ppt/notesMasters/notesMaster1.xml" Id="Rfde58abdeedf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equipo. Juan Pablo: desarrollo informático principalmente. Sebastian: documentación y preparación del despliegue. Corte técnico: 21 de octubre de 2026. Imagen de portada ilustrativa de marca; no documenta un vehículo real. Fuentes: código y CAPSTONE/ del repositorio https://github.com/Juampicito/furgonapp. Las ampliaciones geográficas se describen según copia de trabajo local y requieren publicación de su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Solution: FurgonApp connects school selection, geographic coverage and seat availability. Document approval is manual. Prices are indicative; payments and live GPS tracking are outside this prototype.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The browser runs Next.js and React. It calls a Spring Boot REST API. JPA stores relational data and Flyway manages schema migrations. Google Maps supports address and map selection in the browser. H2 enables local execution; PostgreSQL is the deployment target. No successful production deployment is claimed. Sources: frontend/package.json, backend/pom.xml, migrations V1 to V4 and docker-compose.yml. Juan Pablo explains the API and data; Sebastian explains the deployment boundary.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polygon contains between 3 and 100 ordered points. The server rejects invalid geometry and checks pickup inclusion. Legacy profiles can retain commune matching until they save their first territory. Source: DriverService, Territory and V4 migration in the local working copy.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acceptance transaction locks relevant quote, driver and vehicle records, checks active contracts and creates a unique contract for the quote. Source: QuoteService in backend. This is a concurrency control, not a payment workflow.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historical backend/target/surefire-reports/TEST-*.xml, dated 11 October 2026. Not a new test execution for this portfolio. Suites: AccountIntegrationTest, InstitutionLocationIntegrationTest, PresentationIntegrationTest, TerritoryIntegrationTest, TerritoryTest, WorkflowIntegrationTest. Browser mocks do not prove a real Google Maps integration. No performance/security audit result claimed.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local run is not evidence of a successful public deployment. No load test, comprehensive security audit or user validation is claimed. Juan Pablo owns most software development; Sebastian owns documentation and deployment preparation.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b562dc3954a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54cd15d594f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522d77c4345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e7f0322f54e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b5270776244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7010fc27f4b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252BBD-7181-4F8E-9156-F4FAB7D80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AF30F5-13A3-4D3B-9034-15C158E518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C4B5F4-63E9-4F0E-A43C-DAA1485AC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27EB3-27D8-4673-8F9B-9948C1248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66ED5A-A46E-4144-8E81-534E9A729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24AE00-73C1-4C70-AD96-6AFD0E896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CFCF50-BD31-43AF-BEBC-0E9CFEDFB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E63E3B-E2D7-4E82-9892-9716B3A13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537F3A-8295-4BC4-9440-635BE046A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C18C6B-9865-4582-AF46-27855E389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3e9be92b34033" /><Relationship Type="http://schemas.openxmlformats.org/officeDocument/2006/relationships/slideLayout" Target="/ppt/slideLayouts/slideLayout1.xml" Id="Rc1b55748eeb34e48" /><Relationship Type="http://schemas.openxmlformats.org/officeDocument/2006/relationships/slideLayout" Target="/ppt/slideLayouts/slideLayout2.xml" Id="Rcdc353ea775a4988" /><Relationship Type="http://schemas.openxmlformats.org/officeDocument/2006/relationships/slideLayout" Target="/ppt/slideLayouts/slideLayout3.xml" Id="R13fa36490fd04502" /><Relationship Type="http://schemas.openxmlformats.org/officeDocument/2006/relationships/slideLayout" Target="/ppt/slideLayouts/slideLayout4.xml" Id="Rb62e294d4243425d" /><Relationship Type="http://schemas.openxmlformats.org/officeDocument/2006/relationships/slideLayout" Target="/ppt/slideLayouts/slideLayout5.xml" Id="R239c176b47114e02" /><Relationship Type="http://schemas.openxmlformats.org/officeDocument/2006/relationships/slideLayout" Target="/ppt/slideLayouts/slideLayout6.xml" Id="R0b369f21ac98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b55748eeb34e48"/>
    <p:sldLayoutId xmlns:r="http://schemas.openxmlformats.org/officeDocument/2006/relationships" id="2147483650" r:id="Rcdc353ea775a4988"/>
    <p:sldLayoutId xmlns:r="http://schemas.openxmlformats.org/officeDocument/2006/relationships" id="2147483651" r:id="R13fa36490fd04502"/>
    <p:sldLayoutId xmlns:r="http://schemas.openxmlformats.org/officeDocument/2006/relationships" id="2147483652" r:id="Rb62e294d4243425d"/>
    <p:sldLayoutId xmlns:r="http://schemas.openxmlformats.org/officeDocument/2006/relationships" id="2147483653" r:id="R239c176b47114e02"/>
    <p:sldLayoutId xmlns:r="http://schemas.openxmlformats.org/officeDocument/2006/relationships" id="2147483654" r:id="R0b369f21ac98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239a6d3974b6f" /><Relationship Type="http://schemas.openxmlformats.org/officeDocument/2006/relationships/image" Target="/ppt/media/image.jpeg" Id="R35ae90e0b1984b95" /><Relationship Type="http://schemas.openxmlformats.org/officeDocument/2006/relationships/notesSlide" Target="/ppt/notesSlides/notesSlide1.xml" Id="R642e0123369e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8c424ee374921" /><Relationship Type="http://schemas.openxmlformats.org/officeDocument/2006/relationships/notesSlide" Target="/ppt/notesSlides/notesSlide2.xml" Id="R0b5cc63b7632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c9dc064314560" /><Relationship Type="http://schemas.openxmlformats.org/officeDocument/2006/relationships/notesSlide" Target="/ppt/notesSlides/notesSlide3.xml" Id="R70baa3fc7c1949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3063235c54b86" /><Relationship Type="http://schemas.openxmlformats.org/officeDocument/2006/relationships/image" Target="/ppt/media/image2.jpeg" Id="R716d305c27cb4ec9" /><Relationship Type="http://schemas.openxmlformats.org/officeDocument/2006/relationships/notesSlide" Target="/ppt/notesSlides/notesSlide4.xml" Id="R89e41db1a0914c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f4b29ffc24741" /><Relationship Type="http://schemas.openxmlformats.org/officeDocument/2006/relationships/notesSlide" Target="/ppt/notesSlides/notesSlide5.xml" Id="R879feca6848a47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912d9fd184a40" /><Relationship Type="http://schemas.openxmlformats.org/officeDocument/2006/relationships/notesSlide" Target="/ppt/notesSlides/notesSlide6.xml" Id="Rdfaf39d008b3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3e7777cd84705" /><Relationship Type="http://schemas.openxmlformats.org/officeDocument/2006/relationships/notesSlide" Target="/ppt/notesSlides/notesSlide7.xml" Id="Raa0f65472964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E61A1-9AC2-4321-A4C5-B9BED071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A02C3-BD2C-4DF1-8D06-7EA272F6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Del alcance</a:t>
            </a:r>
          </a:p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al flujo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0BD20-6D5B-40D7-80AC-97E7FAF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E8961-027C-4776-8D9B-A87C28E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DA6C4-4010-4D95-9920-A91F6A64F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e90e0b1984b95"/>
          <a:stretch xmlns:a="http://schemas.openxmlformats.org/drawingml/2006/main"/>
        </p:blipFill>
        <p:spPr>
          <a:xfrm xmlns:a="http://schemas.openxmlformats.org/drawingml/2006/main">
            <a:off x="5953125" y="2452688"/>
            <a:ext cx="5619750" cy="2809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F3010-8063-48B4-8510-3425767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Juan Pablo Fuentes Valenzuela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Sebastian Mendez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3BCB-0976-440B-9BA4-48E5681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Prototipo de coordinación de transporte escolar</a:t>
            </a:r>
          </a:p>
        </p:txBody>
      </p:sp>
    </p:spTree>
    <p:extLst>
      <p:ext uri="{BB962C8B-B14F-4D97-AF65-F5344CB8AC3E}">
        <p14:creationId xmlns:p14="http://schemas.microsoft.com/office/powerpoint/2010/main" val="553882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34705-2868-4136-A8F7-D8CDE2A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D4FF-1AF9-422A-8BD9-FFDA09C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Un flujo para solicitar transporte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0CF4A-5B41-4A65-BFD0-BCEB85A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AC9D5-C4B3-47C0-8ADF-FFF741CE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10040-12E3-4937-BE63-3AE08960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Registrar institución y conductor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Definir el territorio de recogida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Buscar por colegio y dirección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Cotizar, responder y aceptar</a:t>
            </a:r>
          </a:p>
        </p:txBody>
      </p:sp>
    </p:spTree>
    <p:extLst>
      <p:ext uri="{BB962C8B-B14F-4D97-AF65-F5344CB8AC3E}">
        <p14:creationId xmlns:p14="http://schemas.microsoft.com/office/powerpoint/2010/main" val="223056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2E306-B6BA-4B4C-ACF9-B636698B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9FD0-3026-477B-821F-2FC7034C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Architecture · browser, API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C4EA7-901F-4F73-8E35-654F624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CBCB9-8228-4D72-9C40-4854F2C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2C403-7B0E-416C-9CCB-9C83C1C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Next.js / 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8B4C2-838B-45F6-8C50-8616B731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CE378-A1F3-4001-A469-0DAE1A55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Spring Boot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97CFC-7DE8-4923-B9D2-1E917B62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469CF-DA6C-4717-AAEA-3714A88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JPA /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FB4BB-9466-48EF-9B9F-F576CA78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Google Maps en el navegador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JWT y permisos por rol en la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24F5C-1341-4BC3-9375-572F20D7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H2 para ejecución local · PostgreSQL como destino de despliegue</a:t>
            </a:r>
          </a:p>
        </p:txBody>
      </p:sp>
    </p:spTree>
    <p:extLst>
      <p:ext uri="{BB962C8B-B14F-4D97-AF65-F5344CB8AC3E}">
        <p14:creationId xmlns:p14="http://schemas.microsoft.com/office/powerpoint/2010/main" val="83876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2C269-F940-473A-B44E-DDBF939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C3304-4C99-4CCD-98B8-92EB779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La cobertura sigue un territorio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A1B03-8E74-4CFC-A558-32394D0C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E8FBA-1AB8-4B44-AD45-C2AA237F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8F1BD-1846-4ED5-B84A-E81E2B20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conductor marca los vértices de su zona.</a:t>
            </a:r>
          </a:p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apoderado selecciona su punto de recogida.</a:t>
            </a:r>
          </a:p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servidor comprueba si el punto pertenece al área.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1C0AB-295C-4B30-9C27-ACFE6716B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d305c27cb4ec9"/>
          <a:stretch xmlns:a="http://schemas.openxmlformats.org/drawingml/2006/main"/>
        </p:blipFill>
        <p:spPr>
          <a:xfrm xmlns:a="http://schemas.openxmlformats.org/drawingml/2006/main">
            <a:off x="7353006" y="2428875"/>
            <a:ext cx="3200988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AAC7A-196A-4CE4-B069-F9AB8B9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388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Tutorial de cobertura con movimiento del cursor</a:t>
            </a:r>
          </a:p>
        </p:txBody>
      </p:sp>
    </p:spTree>
    <p:extLst>
      <p:ext uri="{BB962C8B-B14F-4D97-AF65-F5344CB8AC3E}">
        <p14:creationId xmlns:p14="http://schemas.microsoft.com/office/powerpoint/2010/main" val="1718755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7659C-E85B-4F33-8274-B52D443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E182F-B64F-4F8B-AD0F-BB86778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Aceptar una oferta reserva un cupo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C6842-97A6-42CB-9094-BF485B1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22A0-0B63-4583-AEAF-43BE316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FEC54-16FC-4FB7-A91F-762F0A0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 aceptación vuelve a comprobar aprobación, institución, cobertura y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 transacción evita aceptar ofertas incompatibles con los cupos restantes.</a:t>
            </a:r>
          </a:p>
        </p:txBody>
      </p:sp>
    </p:spTree>
    <p:extLst>
      <p:ext uri="{BB962C8B-B14F-4D97-AF65-F5344CB8AC3E}">
        <p14:creationId xmlns:p14="http://schemas.microsoft.com/office/powerpoint/2010/main" val="1040661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2D7AA-F8C5-4D2D-BBAD-B514CA11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DD43A-A4C1-4852-B592-28CE89B8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La evidencia disponible cubre el entorno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5049A-EE4C-4AD1-8806-1423AA1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B4293-B447-47EA-B637-5CA57CE3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15FC-598F-4C9A-BCD5-AD85481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24 pruebas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C15F-3752-49ED-9C47-E47B6B19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6 suites · 0 fallos · 0 errores</a:t>
            </a:r>
          </a:p>
          <a:p xmlns:a="http://schemas.openxmlformats.org/drawingml/2006/main">
            <a: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Reportes históricos disponibles del 11 de octubre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C004F-F177-4E16-82B3-D2A258B2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Las simulaciones de Maps se complementan con revisión en navegador.</a:t>
            </a:r>
          </a:p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Faltan resultados acreditados de carga y del servidor objetivo.</a:t>
            </a:r>
          </a:p>
        </p:txBody>
      </p:sp>
    </p:spTree>
    <p:extLst>
      <p:ext uri="{BB962C8B-B14F-4D97-AF65-F5344CB8AC3E}">
        <p14:creationId xmlns:p14="http://schemas.microsoft.com/office/powerpoint/2010/main" val="1353603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86A35-6060-4941-81E8-7730CBB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2 ·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DBE28-F559-44C5-8001-3608B8A6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El siguiente paso es acreditar el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50003-784D-46F5-A3A2-F44EC9E4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D4DFE-7087-44EF-AFAE-016FE4A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46388-DDBE-4C8E-8A80-B6510826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Validar PostgreSQL y el servidor objetivo.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Registrar pruebas de carga y seguridad.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Mantener código, documentación y demostración alineados.</a:t>
            </a:r>
          </a:p>
        </p:txBody>
      </p:sp>
    </p:spTree>
    <p:extLst>
      <p:ext uri="{BB962C8B-B14F-4D97-AF65-F5344CB8AC3E}">
        <p14:creationId xmlns:p14="http://schemas.microsoft.com/office/powerpoint/2010/main" val="448134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2026-10-21T17:53:50.2630000Z</dcterms:created>
  <dcterms:modified xsi:type="dcterms:W3CDTF">2026-10-21T17:53:50.2630000Z</dcterms:modified>
</coreProperties>
</file>